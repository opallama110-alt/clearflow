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learfloww.web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9756648" y="4645152"/>
            <a:ext cx="114300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Flow.AI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UIN Cyber Cirebon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ClearFlow.AI Pitch Deck — 6 Slides</dc:title>
  <dc:subject>Proposal ClearFlow.AI untuk UMKM Cirebon</dc:subject>
  <dc:creator>Fatimah Azzahra</dc:creator>
  <cp:lastModifiedBy>Fatimah Azzahra</cp:lastModifiedBy>
  <cp:revision>1</cp:revision>
  <dcterms:created xsi:type="dcterms:W3CDTF">2026-08-05T07:58:00Z</dcterms:created>
  <dcterms:modified xsi:type="dcterms:W3CDTF">2026-08-05T07:58:00Z</dcterms:modified>
</cp:coreProperties>
</file>